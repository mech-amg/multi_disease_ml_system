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 Black"/>
      <p:regular r:id="rId201315"/>
    </p:embeddedFont>
    <p:embeddedFont>
      <p:font typeface="Inter"/>
      <p:regular r:id="rId201316"/>
    </p:embeddedFont>
    <p:embeddedFont>
      <p:font typeface="Inter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363986"/>
            <a:ext cx="436571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20640"/>
            <a:ext cx="47484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· MECHATRONICS ENGINEERING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726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Human-Robot Interaction (HRI)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419149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Towards a Collaborative Future: Convergence of Mechatronics &amp; AI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52996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Isolation to Collaboration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773634"/>
            <a:ext cx="629686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 engineering has moved beyond caged machines. Today,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Collaborative Robots (Cobots)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share our workspace — and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Human-Robot Interaction (HRI)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discipline making that possible.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3360" y="2811264"/>
            <a:ext cx="3062608" cy="1601788"/>
          </a:xfrm>
          <a:prstGeom prst="roundRect">
            <a:avLst>
              <a:gd name="adj" fmla="val 4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9788" y="2997696"/>
            <a:ext cx="26897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Old Paradigm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19788" y="3382169"/>
            <a:ext cx="268975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Robots isolated behind safety cages, performing repetitive tasks with no human awareness.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67612" y="2811264"/>
            <a:ext cx="3062608" cy="1601788"/>
          </a:xfrm>
          <a:prstGeom prst="roundRect">
            <a:avLst>
              <a:gd name="adj" fmla="val 4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4040" y="2997696"/>
            <a:ext cx="26897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New Paradigm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54040" y="3382169"/>
            <a:ext cx="268975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Cobots work safely alongside engineers, sharing space, tasks, and decisions in real time.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33360" y="4584700"/>
            <a:ext cx="6296860" cy="1320304"/>
          </a:xfrm>
          <a:prstGeom prst="roundRect">
            <a:avLst>
              <a:gd name="adj" fmla="val 57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9788" y="4771132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Ultimate Goal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19788" y="5155605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human analytical capacity and creativity with machine precision and speed.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23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Technologies Driving HRI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410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these three AI pillars, a cobot is simply a blind, deaf piece of hardware. Together, they enable perception, communication, and adaptation.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58530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672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Computer Vision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275931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Recognizes gestures, tracks eye movement, and analyzes facial expressions for precise spatial awareness and safe interaction.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158530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8672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 Processing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275931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robots to understand human intentions and technical context, responding with fluid communication during shared tasks.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315853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8672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Reinforcement Learning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275931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algorithms that adapt in real-time to individual user behaviors and anticipate future intentions to maximize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Dimensions of Interaction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HRI operates across two complementary dimensions — one rooted in mechatronics hardware, the other in AI-driven cognition.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28632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Physical HRI (pHRI)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481189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Concerned with the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exchange of kinetic force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direct physical safety. Relies on torque sensors, impedance control, and Series Elastic Actuators (SEA) for immediate collision detection.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784699"/>
            <a:ext cx="5319083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217487" y="387409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Cognitive HRI (cHRI)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487" y="4068961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Concerned with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joint planning and dynamic task sharing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Uses intelligent algorithms to estimate the human's cognitive load and automatically adjusts cobot speed and behavior accordingly.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0763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10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Future: True Partnership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1353641"/>
            <a:ext cx="629686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frontier goes beyond physical collaboration. By integrating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Brain-Computer Interfaces (BCI)</a:t>
            </a:r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Emotional AI</a:t>
            </a:r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future robots will not just be programmed tools — they will be true colleagues that complement our physical and mental capabilities.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39020"/>
            <a:ext cx="6296860" cy="1318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3923" y="2835275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Brain-Computer Interfaces (BCI)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933923" y="3211810"/>
            <a:ext cx="582816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neural communication enabling robots to interpret operator intent before physical action is even taken.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23432"/>
            <a:ext cx="6296860" cy="1318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3923" y="4319687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Emotional AI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933923" y="4696222"/>
            <a:ext cx="582816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Affective computing that allows robots to sense, interpret, and respond to human emotional states in real time.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61475" y="5628580"/>
            <a:ext cx="6296860" cy="678656"/>
          </a:xfrm>
          <a:prstGeom prst="roundRect">
            <a:avLst>
              <a:gd name="adj" fmla="val 10967"/>
            </a:avLst>
          </a:prstGeom>
          <a:solidFill>
            <a:srgbClr val="DADBF1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75" y="5867995"/>
            <a:ext cx="221451" cy="1772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7326" y="5838924"/>
            <a:ext cx="6153393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attention. Questions are welcome.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2026-09-04T20:15:02Z</dcterms:created>
  <dcterms:modified xsi:type="dcterms:W3CDTF">2026-09-04T20:15:02Z</dcterms:modified>
</cp:coreProperties>
</file>